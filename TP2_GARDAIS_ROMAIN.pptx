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D7333EB5-8015-4E31-A11A-6BF152F58230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TP2_GARDAIS_ROMAIN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637FAE85-04EC-4AED-AE2A-D4B0DFC97949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Fichier créé le : 26/10/2026 16:23:54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01_Synthese_analyse_Velib1" id="2" name="slide2">
            <a:extLst>
              <a:ext uri="{FF2B5EF4-FFF2-40B4-BE49-F238E27FC236}">
                <a16:creationId xmlns:a16="http://schemas.microsoft.com/office/drawing/2014/main" id="{EACBAC4C-E5F6-4581-8803-996B4D44CD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42" y="0"/>
            <a:ext cx="78377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01_Synthese_analyse_Velib2" id="3" name="slide3">
            <a:extLst>
              <a:ext uri="{FF2B5EF4-FFF2-40B4-BE49-F238E27FC236}">
                <a16:creationId xmlns:a16="http://schemas.microsoft.com/office/drawing/2014/main" id="{2C45F3A2-7480-4525-8147-5D0DB4FD6B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42" y="0"/>
            <a:ext cx="78377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01_Synthese_analyse_Velib3" id="4" name="slide4">
            <a:extLst>
              <a:ext uri="{FF2B5EF4-FFF2-40B4-BE49-F238E27FC236}">
                <a16:creationId xmlns:a16="http://schemas.microsoft.com/office/drawing/2014/main" id="{9450F103-D8A7-48D2-A8EF-94483075BCC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42" y="0"/>
            <a:ext cx="78377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01_Synthese_analyse_Velib4" id="5" name="slide5">
            <a:extLst>
              <a:ext uri="{FF2B5EF4-FFF2-40B4-BE49-F238E27FC236}">
                <a16:creationId xmlns:a16="http://schemas.microsoft.com/office/drawing/2014/main" id="{7986EF3F-E4B9-4556-994F-B88633FDBC1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42" y="0"/>
            <a:ext cx="78377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2026-10-26T15:23:56Z</dcterms:created>
  <dcterms:modified xsi:type="dcterms:W3CDTF">2026-10-26T15:23:56Z</dcterms:modified>
</cp:coreProperties>
</file>